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DECISION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the Next Dataset for the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 + LLM Fusion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Fouad Al Tfaily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 LINEACT  /  Lebanese University   •   July 31,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looking for a new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graph construction, then a knowledge graph, then parallel GNN + LLM encoders, then AGAF fusion — got strong F1 results on UNSW-NB15. ToN-IoT did not replicate as well.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assume the pipeline is broken, we're testing a different explanation: maybe the pipeline works fine, and it's specific datasets that are easy or hard for it. If it still does well on a couple of datasets outside network security, that's a strong sign the method itself is sound — not just tuned to one dataset.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6908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UNSW-NB15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056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F1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977640"/>
            <a:ext cx="502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42062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46908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ToN-IoT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5056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replicate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43800" y="3977640"/>
            <a:ext cx="502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4206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6908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candidates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5056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domain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picked the candidates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was checked against five simple questions.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naturally a graph (or easy to turn into one), with edges/nodes that actually mean something?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have real text (for the LLM side) AND separate structural info (for the GNN side)?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0215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clear label to predict, with ground truth?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3434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actually get the data, at a large enough scale to train on?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8464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published evidence that graph structure adds something text alone doesn't?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 we also pulled real sample rows directly from the source where possible — and said plainly where a dataset is access-gated instead of guessing.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candidates, side by side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743200"/>
                <a:gridCol w="1920240"/>
                <a:gridCol w="22860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Downloadable now?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TwiBot-22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vs. human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 users,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170M edges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email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ogbn-arxiv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papers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40-way subject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169K papers,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1.17M citations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one line of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YelpChi / Amazon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vs. real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46K / 12K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Text: no. Numbers: yes, but 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Drug–disease relation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129K nodes,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4.05M edges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direct download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TDC TWOSIDES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combinations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side effect(s) occur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 drugs,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4.65M pairs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one line of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row: the recommended dataset (see Section 5).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 •  CANDIDATE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TwiBot-22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bot detection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snapshot of Twitter/X accounts — who follows who, who retweets who, who's on the same lists — labeled as either a real person or a bot.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DC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follow/retweet network is a genuine graph signal: bot rings cluster in the structure before it shows up in any single profile. Each account also has real text (bio, tweets). The dataset's own paper reports graph-based methods beating text-only 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E8D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requires an email request and a wait — no instant download. The data is a frozen snapshot (can't be refreshed). GNN+text fusion for bot detection is already a busy research area, so our AGAF + feedback-loop angle needs to stand out.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  •  CANDIDATE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ogbn-arxiv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Who-cites-who among research papers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10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170,000 computer-science papers from arXiv, the citation links between them, and which of 40 subject areas each paper belongs 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DC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in one line, right now — no waiting, no email, no files to join. A published experiment (TAPE) keeps the graph model fixed and only adds LLM-generated explanations: accuracy goes from ~71% to the high 70s%. A clean, already-proven demonstration of our hypothesis.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E8D3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a popular benchmark, several other GNN+LLM fusion methods already report numbers on it — we need to be clear what AGAF and the feedback loop add. The text is dry academic writing, a narrower register than security logs or reviews.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  •  CANDIDATE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YelpChi &amp; Amazon Fraud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review detection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reviewers on Yelp and Amazon, connected by signals like "reviewed the same product" or "posted around the same time," labeled as genuine or fake.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DC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cleanest case for "the graph actually matters, not just helps." Fraudsters write reviews that read as normal — the giveaway is relational (repeated pairings, suspicious timing), not the text itself.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E8D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easy-to-download version has no real review text, only numbers — getting genuine text back means hand-matching rows to the original 2015 release. Both graphs are fairly small next to the other options here.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4.4  •  CANDIDATE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PrimeKG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knowledge graph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drugs, diseases, genes, and symptoms. Task: for a given drug and disease, is the drug an indication, a contraindication, or used off-label?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DC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drug and disease already has a real doctor-style write-up (Mayo Clinic, DrugBank) attached — text and graph both come built in, same as the IDS setup. A published result (TxGNN) shows structure alone boosts prediction ~35–49% on hard cases.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E8D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packaged as one clean classification task — we'd define our own split from ~30 relation types. Also the most similar in spirit to the original security project, so it may not read as different enough.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  •  CANDIDATE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TDC TWOSIDES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combination side effects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of drugs, and which side effect(s) show up specifically when you take both together — not something either drug causes alone.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DC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in one line, no waiting. The task itself — you can't predict the side effect from either drug alone, only the pair — is basically a built-in guarantee that relational structure matters.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E8D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molecule code (SMILES) isn't real sentence-like text — a genuine LLM branch needs drug descriptions pulled in from DrugBank separately. The label list is long (hundreds of side effects) and needs trimming.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answer: which one do we use?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8205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ogbn-arxiv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18205A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steps — nothing missing, nothing to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18205A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71→high70s%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accuracy gain from adding LLM features to a fixed graph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6060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18205A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170K / 1.17M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/ citation edges — big enough for several feedback-loop cycles, without a multi-day compute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only candidate where nothing is gated and nothing is missing — one line of code gets the citation graph and paper text together, already matched, with labels included. It's also the one candidate with an already-published, apples-to-apples result proving that adding LLM knowledge on top of the graph helps — so we're showing AGAF and the feedback loop do it better than the existing approach, not proving the fusion idea from scratch.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order after ogbn-arxiv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extra effort buys something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tape-arxiv23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69080" y="1801368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but on papers published after most LLMs' training cutoff — the LLM branch can't just "remember" the paper. Heads off the obvious objection.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YelpChi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288036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different domain. Fraud is deliberately disguised in the text, so it's a sharper test of whether AGAF actually leans on structure when text is misleading.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rgbClr val="5A6B9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867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PrimeKG &amp; TWOSIDES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3959352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later options — both need more setup (a custom split for PrimeKG, joining DrugBank text for TWOSIDES) than they're worth before the first two are done.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11496"/>
            <a:ext cx="502920" cy="502920"/>
          </a:xfrm>
          <a:prstGeom prst="ellipse">
            <a:avLst/>
          </a:prstGeom>
          <a:solidFill>
            <a:srgbClr val="5A6B9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0657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TwiBot-22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5038344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keeping in mind only if a supervisor specifically wants a social-media example and is fine with the access-request wait.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numbers came from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ogbn-arxiv paper/abstract rows — pulled directly from the official OGB file (snap.stanford.edu/ogb).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3055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rows — pulled directly from the official Harvard Dataverse release (doi.org/10.7910/DVN/IXA7BM).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8950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89504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TWOSIDES rows — pulled directly from the official Harvard Dataverse release used by the TDC package (doi.org/10.7910/DVN/21LKWG).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4845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648456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TwiBot-22 and YelpChi/Amazon field descriptions — taken from the datasets' own official documentation (GitHub, DGL docs), since the raw data is access-gated or too large to pull down in this session.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0740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407408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figures for TwiBot-22, YelpChi/Amazon, and PrimeKG cross-checked against their original papers.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166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accuracy figures (RevGAT ~71% without LLM features, higher with them) — confirmed by the TAPE paper (ICLR 2024, arXiv:2305.19523) and follow-up citations; exact decimals vary slightly by table, but the direction and size of the improvement is consistent everywhere checked.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2026-07-30T23:34:34Z</dcterms:created>
  <dcterms:modified xsi:type="dcterms:W3CDTF">2026-07-30T23:34:34Z</dcterms:modified>
</cp:coreProperties>
</file>